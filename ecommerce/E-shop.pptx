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39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29.png"/><Relationship Id="rId18" Type="http://schemas.openxmlformats.org/officeDocument/2006/relationships/image" Target="../media/image49.png"/><Relationship Id="rId3" Type="http://schemas.openxmlformats.org/officeDocument/2006/relationships/image" Target="../media/image6.png"/><Relationship Id="rId21" Type="http://schemas.openxmlformats.org/officeDocument/2006/relationships/image" Target="../media/image52.pn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4" Type="http://schemas.openxmlformats.org/officeDocument/2006/relationships/image" Target="../media/image7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22.png"/><Relationship Id="rId26" Type="http://schemas.openxmlformats.org/officeDocument/2006/relationships/image" Target="../media/image71.png"/><Relationship Id="rId3" Type="http://schemas.openxmlformats.org/officeDocument/2006/relationships/image" Target="../media/image6.png"/><Relationship Id="rId21" Type="http://schemas.openxmlformats.org/officeDocument/2006/relationships/image" Target="../media/image68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21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png"/><Relationship Id="rId20" Type="http://schemas.openxmlformats.org/officeDocument/2006/relationships/image" Target="../media/image67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28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43.png"/><Relationship Id="rId28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69.png"/><Relationship Id="rId27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79.png"/><Relationship Id="rId1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76.png"/><Relationship Id="rId12" Type="http://schemas.openxmlformats.org/officeDocument/2006/relationships/image" Target="../media/image72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0.png"/><Relationship Id="rId10" Type="http://schemas.openxmlformats.org/officeDocument/2006/relationships/image" Target="../media/image70.png"/><Relationship Id="rId4" Type="http://schemas.openxmlformats.org/officeDocument/2006/relationships/image" Target="../media/image7.png"/><Relationship Id="rId9" Type="http://schemas.openxmlformats.org/officeDocument/2006/relationships/image" Target="../media/image77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181350" cy="2705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4286250"/>
            <a:ext cx="2857500" cy="304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50" y="952500"/>
            <a:ext cx="2438400" cy="2438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-2798" y="2247900"/>
            <a:ext cx="12197596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altLang="ja-JP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E-shop</a:t>
            </a: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Project</a:t>
            </a:r>
            <a:endParaRPr lang="en-US" sz="4500" dirty="0"/>
          </a:p>
        </p:txBody>
      </p:sp>
      <p:sp>
        <p:nvSpPr>
          <p:cNvPr id="8" name="Text 1"/>
          <p:cNvSpPr/>
          <p:nvPr/>
        </p:nvSpPr>
        <p:spPr>
          <a:xfrm>
            <a:off x="-2798" y="2971800"/>
            <a:ext cx="121975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compact demo with admin panel and auth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1013668" y="4343400"/>
            <a:ext cx="101646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Full-Stack Development Demo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181100"/>
            <a:ext cx="24384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5" y="16764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1657350"/>
            <a:ext cx="12192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600" y="15811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1181100"/>
            <a:ext cx="24384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700" y="16764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1657350"/>
            <a:ext cx="12192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15811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9200" y="1181100"/>
            <a:ext cx="24384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8388" y="16764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438400"/>
            <a:ext cx="5600700" cy="2667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0480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162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5433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36576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0386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1529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5339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46482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2438400"/>
            <a:ext cx="5600700" cy="2667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0480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24625" y="31623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35433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36576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40386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4625" y="41529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45339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24625" y="4648200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0" y="5334000"/>
            <a:ext cx="11430000" cy="800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3400" y="5610225"/>
            <a:ext cx="200025" cy="228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44816" y="5638800"/>
            <a:ext cx="238125" cy="1905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50238" y="5638800"/>
            <a:ext cx="190500" cy="1905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Stack &amp; Architecture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1066800" y="13335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8" name="Text 2"/>
          <p:cNvSpPr/>
          <p:nvPr/>
        </p:nvSpPr>
        <p:spPr>
          <a:xfrm>
            <a:off x="5029200" y="13335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8991600" y="13335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</a:t>
            </a:r>
            <a:endParaRPr lang="en-US" sz="1500" dirty="0"/>
          </a:p>
        </p:txBody>
      </p:sp>
      <p:sp>
        <p:nvSpPr>
          <p:cNvPr id="40" name="Text 4"/>
          <p:cNvSpPr/>
          <p:nvPr/>
        </p:nvSpPr>
        <p:spPr>
          <a:xfrm>
            <a:off x="571500" y="2628900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Technologies</a:t>
            </a:r>
            <a:endParaRPr lang="en-US" sz="1800" dirty="0"/>
          </a:p>
        </p:txBody>
      </p:sp>
      <p:sp>
        <p:nvSpPr>
          <p:cNvPr id="41" name="Text 5"/>
          <p:cNvSpPr/>
          <p:nvPr/>
        </p:nvSpPr>
        <p:spPr>
          <a:xfrm>
            <a:off x="1066800" y="3124200"/>
            <a:ext cx="13760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with Vite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1066800" y="3619500"/>
            <a:ext cx="117996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43" name="Text 7"/>
          <p:cNvSpPr/>
          <p:nvPr/>
        </p:nvSpPr>
        <p:spPr>
          <a:xfrm>
            <a:off x="1066800" y="4114800"/>
            <a:ext cx="16050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Axios HTTP Client</a:t>
            </a:r>
            <a:endParaRPr lang="en-US" sz="1200" dirty="0"/>
          </a:p>
        </p:txBody>
      </p:sp>
      <p:sp>
        <p:nvSpPr>
          <p:cNvPr id="44" name="Text 8"/>
          <p:cNvSpPr/>
          <p:nvPr/>
        </p:nvSpPr>
        <p:spPr>
          <a:xfrm>
            <a:off x="1066800" y="4610100"/>
            <a:ext cx="13264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JavaScript/ES6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6400800" y="2628900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Technologies</a:t>
            </a:r>
            <a:endParaRPr lang="en-US" sz="1800" dirty="0"/>
          </a:p>
        </p:txBody>
      </p:sp>
      <p:sp>
        <p:nvSpPr>
          <p:cNvPr id="46" name="Text 10"/>
          <p:cNvSpPr/>
          <p:nvPr/>
        </p:nvSpPr>
        <p:spPr>
          <a:xfrm>
            <a:off x="6896100" y="3124200"/>
            <a:ext cx="6815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Node.js</a:t>
            </a:r>
            <a:endParaRPr lang="en-US" sz="1200" dirty="0"/>
          </a:p>
        </p:txBody>
      </p:sp>
      <p:sp>
        <p:nvSpPr>
          <p:cNvPr id="47" name="Text 11"/>
          <p:cNvSpPr/>
          <p:nvPr/>
        </p:nvSpPr>
        <p:spPr>
          <a:xfrm>
            <a:off x="6896100" y="3619500"/>
            <a:ext cx="9183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6896100" y="4114800"/>
            <a:ext cx="2317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MongoDB with Mongoose</a:t>
            </a:r>
            <a:endParaRPr lang="en-US" sz="1200" dirty="0"/>
          </a:p>
        </p:txBody>
      </p:sp>
      <p:sp>
        <p:nvSpPr>
          <p:cNvPr id="49" name="Text 13"/>
          <p:cNvSpPr/>
          <p:nvPr/>
        </p:nvSpPr>
        <p:spPr>
          <a:xfrm>
            <a:off x="6896100" y="4610100"/>
            <a:ext cx="17471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847725" y="5486400"/>
            <a:ext cx="30932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Environment</a:t>
            </a:r>
            <a:endParaRPr lang="en-US" sz="1350" dirty="0"/>
          </a:p>
        </p:txBody>
      </p:sp>
      <p:sp>
        <p:nvSpPr>
          <p:cNvPr id="51" name="Text 15"/>
          <p:cNvSpPr/>
          <p:nvPr/>
        </p:nvSpPr>
        <p:spPr>
          <a:xfrm>
            <a:off x="847725" y="5753100"/>
            <a:ext cx="25777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6459141" y="5619750"/>
            <a:ext cx="28349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Frontend: http://localhost:5173</a:t>
            </a:r>
            <a:endParaRPr lang="en-US" sz="1200" dirty="0"/>
          </a:p>
        </p:txBody>
      </p:sp>
      <p:sp>
        <p:nvSpPr>
          <p:cNvPr id="53" name="Text 17"/>
          <p:cNvSpPr/>
          <p:nvPr/>
        </p:nvSpPr>
        <p:spPr>
          <a:xfrm>
            <a:off x="9316938" y="5619750"/>
            <a:ext cx="28099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Backend: http://localhost:5000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866900"/>
            <a:ext cx="560070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01930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211455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628900"/>
            <a:ext cx="560070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7813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28765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390900"/>
            <a:ext cx="5600700" cy="647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35433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36385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648200"/>
            <a:ext cx="56007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8006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114300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1524000"/>
            <a:ext cx="5600700" cy="1333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2066925"/>
            <a:ext cx="2571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4175" y="2019300"/>
            <a:ext cx="2954238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3009900"/>
            <a:ext cx="5600700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00" y="35814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36576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41148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191000"/>
            <a:ext cx="1524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Environment &amp; Configuration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742950" y="11049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 Variables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381000" y="152400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(.env)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90600" y="1981200"/>
            <a:ext cx="32395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MONGO_URI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990600" y="2209800"/>
            <a:ext cx="3887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mongodb://localhost:27017/ecommerce</a:t>
            </a:r>
            <a:endParaRPr lang="en-US" sz="1050" dirty="0"/>
          </a:p>
        </p:txBody>
      </p:sp>
      <p:sp>
        <p:nvSpPr>
          <p:cNvPr id="32" name="Text 5"/>
          <p:cNvSpPr/>
          <p:nvPr/>
        </p:nvSpPr>
        <p:spPr>
          <a:xfrm>
            <a:off x="990600" y="2743200"/>
            <a:ext cx="16309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JWT_SECRET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990600" y="2971800"/>
            <a:ext cx="1630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'secret_key'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990600" y="3505200"/>
            <a:ext cx="913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990600" y="3733800"/>
            <a:ext cx="10967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5000</a:t>
            </a:r>
            <a:endParaRPr lang="en-US" sz="1050" dirty="0"/>
          </a:p>
        </p:txBody>
      </p:sp>
      <p:sp>
        <p:nvSpPr>
          <p:cNvPr id="36" name="Text 9"/>
          <p:cNvSpPr/>
          <p:nvPr/>
        </p:nvSpPr>
        <p:spPr>
          <a:xfrm>
            <a:off x="381000" y="430530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(.env)</a:t>
            </a:r>
            <a:endParaRPr lang="en-US" sz="1500" dirty="0"/>
          </a:p>
        </p:txBody>
      </p:sp>
      <p:sp>
        <p:nvSpPr>
          <p:cNvPr id="37" name="Text 10"/>
          <p:cNvSpPr/>
          <p:nvPr/>
        </p:nvSpPr>
        <p:spPr>
          <a:xfrm>
            <a:off x="990600" y="4762500"/>
            <a:ext cx="26572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VITE_API_BASE_URL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990600" y="4991100"/>
            <a:ext cx="26572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http://localhost:5000/api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6572250" y="11049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Development Setup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6734175" y="1676400"/>
            <a:ext cx="35450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Command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6886575" y="2190750"/>
            <a:ext cx="317932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Start both frontend and backend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9536013" y="2190750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6886575" y="2381250"/>
            <a:ext cx="10597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E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6362700" y="31623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URLs</a:t>
            </a:r>
            <a:endParaRPr lang="en-US" sz="1350" dirty="0"/>
          </a:p>
        </p:txBody>
      </p:sp>
      <p:sp>
        <p:nvSpPr>
          <p:cNvPr id="45" name="Text 18"/>
          <p:cNvSpPr/>
          <p:nvPr/>
        </p:nvSpPr>
        <p:spPr>
          <a:xfrm>
            <a:off x="6781800" y="3505200"/>
            <a:ext cx="15902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6781800" y="3733800"/>
            <a:ext cx="19082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http://localhost:5173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6781800" y="4038600"/>
            <a:ext cx="15902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1200" dirty="0"/>
          </a:p>
        </p:txBody>
      </p:sp>
      <p:sp>
        <p:nvSpPr>
          <p:cNvPr id="48" name="Text 21"/>
          <p:cNvSpPr/>
          <p:nvPr/>
        </p:nvSpPr>
        <p:spPr>
          <a:xfrm>
            <a:off x="6781800" y="4267200"/>
            <a:ext cx="19082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http://localhost:5000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1104900"/>
            <a:ext cx="1524000" cy="80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675" y="1524000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1504950"/>
            <a:ext cx="762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450" y="14478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1104900"/>
            <a:ext cx="15240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15240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1504950"/>
            <a:ext cx="7620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144780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1104900"/>
            <a:ext cx="152400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9950" y="15240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1504950"/>
            <a:ext cx="7620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14478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1600" y="1104900"/>
            <a:ext cx="152400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8350" y="15240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133600"/>
            <a:ext cx="5600700" cy="2286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7813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28956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3147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6750" y="34290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8481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39624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2133600"/>
            <a:ext cx="5600700" cy="2286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27813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28956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3147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96050" y="34290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38481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39624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4648200"/>
            <a:ext cx="11430000" cy="800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3400" y="4895850"/>
            <a:ext cx="200025" cy="3048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Security &amp; Access Control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1790700" y="1219200"/>
            <a:ext cx="129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4099560" y="1219200"/>
            <a:ext cx="155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6537960" y="1219200"/>
            <a:ext cx="155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1350" dirty="0"/>
          </a:p>
        </p:txBody>
      </p:sp>
      <p:sp>
        <p:nvSpPr>
          <p:cNvPr id="38" name="Text 4"/>
          <p:cNvSpPr/>
          <p:nvPr/>
        </p:nvSpPr>
        <p:spPr>
          <a:xfrm>
            <a:off x="8976360" y="1219200"/>
            <a:ext cx="155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39" name="Text 5"/>
          <p:cNvSpPr/>
          <p:nvPr/>
        </p:nvSpPr>
        <p:spPr>
          <a:xfrm>
            <a:off x="571500" y="23241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Security</a:t>
            </a:r>
            <a:endParaRPr lang="en-US" sz="1800" dirty="0"/>
          </a:p>
        </p:txBody>
      </p:sp>
      <p:sp>
        <p:nvSpPr>
          <p:cNvPr id="40" name="Text 6"/>
          <p:cNvSpPr/>
          <p:nvPr/>
        </p:nvSpPr>
        <p:spPr>
          <a:xfrm>
            <a:off x="1066800" y="2762250"/>
            <a:ext cx="178772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Route Guard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1066800" y="2971800"/>
            <a:ext cx="392656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Protects /admin/* routes by fetching /auth/profile</a:t>
            </a:r>
            <a:endParaRPr lang="en-US" sz="1050" dirty="0"/>
          </a:p>
        </p:txBody>
      </p:sp>
      <p:sp>
        <p:nvSpPr>
          <p:cNvPr id="42" name="Text 8"/>
          <p:cNvSpPr/>
          <p:nvPr/>
        </p:nvSpPr>
        <p:spPr>
          <a:xfrm>
            <a:off x="1066800" y="3295650"/>
            <a:ext cx="148500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Navbar Visibility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1066800" y="3505200"/>
            <a:ext cx="41246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shows Admin link when user.role === 'admin'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1066800" y="3829050"/>
            <a:ext cx="141946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UX-Level Check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1066800" y="4038600"/>
            <a:ext cx="36165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checks are for user experience only</a:t>
            </a:r>
            <a:endParaRPr lang="en-US" sz="1050" dirty="0"/>
          </a:p>
        </p:txBody>
      </p:sp>
      <p:sp>
        <p:nvSpPr>
          <p:cNvPr id="46" name="Text 12"/>
          <p:cNvSpPr/>
          <p:nvPr/>
        </p:nvSpPr>
        <p:spPr>
          <a:xfrm>
            <a:off x="6400800" y="23241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Security</a:t>
            </a:r>
            <a:endParaRPr lang="en-US" sz="1800" dirty="0"/>
          </a:p>
        </p:txBody>
      </p:sp>
      <p:sp>
        <p:nvSpPr>
          <p:cNvPr id="47" name="Text 13"/>
          <p:cNvSpPr/>
          <p:nvPr/>
        </p:nvSpPr>
        <p:spPr>
          <a:xfrm>
            <a:off x="6896100" y="2762250"/>
            <a:ext cx="153626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 Middleware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6896100" y="2971800"/>
            <a:ext cx="23861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Verifies JWT and sets req.user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6896100" y="3295650"/>
            <a:ext cx="169039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Middleware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6896100" y="3505200"/>
            <a:ext cx="45177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Checks req.user.role === 'admin' and returns 403 if not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896100" y="3829050"/>
            <a:ext cx="151429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Protection</a:t>
            </a:r>
            <a:endParaRPr lang="en-US" sz="1200" dirty="0"/>
          </a:p>
        </p:txBody>
      </p:sp>
      <p:sp>
        <p:nvSpPr>
          <p:cNvPr id="52" name="Text 18"/>
          <p:cNvSpPr/>
          <p:nvPr/>
        </p:nvSpPr>
        <p:spPr>
          <a:xfrm>
            <a:off x="6896100" y="4038600"/>
            <a:ext cx="28860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routes use both middlewares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847725" y="4800600"/>
            <a:ext cx="66907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Reminder</a:t>
            </a:r>
            <a:endParaRPr lang="en-US" sz="1350" dirty="0"/>
          </a:p>
        </p:txBody>
      </p:sp>
      <p:sp>
        <p:nvSpPr>
          <p:cNvPr id="54" name="Text 20"/>
          <p:cNvSpPr/>
          <p:nvPr/>
        </p:nvSpPr>
        <p:spPr>
          <a:xfrm>
            <a:off x="847725" y="5067300"/>
            <a:ext cx="80288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checks are for UX only — always rely on backend middleware for real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581400"/>
            <a:ext cx="5600700" cy="647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733800"/>
            <a:ext cx="34290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38290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343400"/>
            <a:ext cx="5600700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495800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59105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5105400"/>
            <a:ext cx="560070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5257800"/>
            <a:ext cx="34290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" y="53530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581400"/>
            <a:ext cx="5600700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3733800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8290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343400"/>
            <a:ext cx="5600700" cy="647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4495800"/>
            <a:ext cx="3429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375" y="459105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5105400"/>
            <a:ext cx="5600700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5257800"/>
            <a:ext cx="3429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535305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Structure &amp; Key Components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533400" y="125730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Backend Structure</a:t>
            </a:r>
            <a:endParaRPr lang="en-US" sz="975" dirty="0"/>
          </a:p>
        </p:txBody>
      </p:sp>
      <p:sp>
        <p:nvSpPr>
          <p:cNvPr id="26" name="Text 2"/>
          <p:cNvSpPr/>
          <p:nvPr/>
        </p:nvSpPr>
        <p:spPr>
          <a:xfrm>
            <a:off x="533400" y="144303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</a:t>
            </a:r>
            <a:endParaRPr lang="en-US" sz="975" dirty="0"/>
          </a:p>
        </p:txBody>
      </p:sp>
      <p:sp>
        <p:nvSpPr>
          <p:cNvPr id="27" name="Text 3"/>
          <p:cNvSpPr/>
          <p:nvPr/>
        </p:nvSpPr>
        <p:spPr>
          <a:xfrm>
            <a:off x="685800" y="162877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server.js</a:t>
            </a:r>
            <a:endParaRPr lang="en-US" sz="975" dirty="0"/>
          </a:p>
        </p:txBody>
      </p:sp>
      <p:sp>
        <p:nvSpPr>
          <p:cNvPr id="28" name="Text 4"/>
          <p:cNvSpPr/>
          <p:nvPr/>
        </p:nvSpPr>
        <p:spPr>
          <a:xfrm>
            <a:off x="533400" y="1814513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controllers/</a:t>
            </a:r>
            <a:endParaRPr lang="en-US" sz="975" dirty="0"/>
          </a:p>
        </p:txBody>
      </p:sp>
      <p:sp>
        <p:nvSpPr>
          <p:cNvPr id="29" name="Text 5"/>
          <p:cNvSpPr/>
          <p:nvPr/>
        </p:nvSpPr>
        <p:spPr>
          <a:xfrm>
            <a:off x="838200" y="200025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authController.js</a:t>
            </a:r>
            <a:endParaRPr lang="en-US" sz="975" dirty="0"/>
          </a:p>
        </p:txBody>
      </p:sp>
      <p:sp>
        <p:nvSpPr>
          <p:cNvPr id="30" name="Text 6"/>
          <p:cNvSpPr/>
          <p:nvPr/>
        </p:nvSpPr>
        <p:spPr>
          <a:xfrm>
            <a:off x="838200" y="218598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userController.js</a:t>
            </a:r>
            <a:endParaRPr lang="en-US" sz="975" dirty="0"/>
          </a:p>
        </p:txBody>
      </p:sp>
      <p:sp>
        <p:nvSpPr>
          <p:cNvPr id="31" name="Text 7"/>
          <p:cNvSpPr/>
          <p:nvPr/>
        </p:nvSpPr>
        <p:spPr>
          <a:xfrm>
            <a:off x="533400" y="237172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middleware/</a:t>
            </a:r>
            <a:endParaRPr lang="en-US" sz="975" dirty="0"/>
          </a:p>
        </p:txBody>
      </p:sp>
      <p:sp>
        <p:nvSpPr>
          <p:cNvPr id="32" name="Text 8"/>
          <p:cNvSpPr/>
          <p:nvPr/>
        </p:nvSpPr>
        <p:spPr>
          <a:xfrm>
            <a:off x="838200" y="2557463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auth.js</a:t>
            </a:r>
            <a:endParaRPr lang="en-US" sz="975" dirty="0"/>
          </a:p>
        </p:txBody>
      </p:sp>
      <p:sp>
        <p:nvSpPr>
          <p:cNvPr id="33" name="Text 9"/>
          <p:cNvSpPr/>
          <p:nvPr/>
        </p:nvSpPr>
        <p:spPr>
          <a:xfrm>
            <a:off x="533400" y="274320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routes/</a:t>
            </a:r>
            <a:endParaRPr lang="en-US" sz="975" dirty="0"/>
          </a:p>
        </p:txBody>
      </p:sp>
      <p:sp>
        <p:nvSpPr>
          <p:cNvPr id="34" name="Text 10"/>
          <p:cNvSpPr/>
          <p:nvPr/>
        </p:nvSpPr>
        <p:spPr>
          <a:xfrm>
            <a:off x="838200" y="292893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adminRoutes.js</a:t>
            </a:r>
            <a:endParaRPr lang="en-US" sz="975" dirty="0"/>
          </a:p>
        </p:txBody>
      </p:sp>
      <p:sp>
        <p:nvSpPr>
          <p:cNvPr id="35" name="Text 11"/>
          <p:cNvSpPr/>
          <p:nvPr/>
        </p:nvSpPr>
        <p:spPr>
          <a:xfrm>
            <a:off x="838200" y="311467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productRoutes.js</a:t>
            </a:r>
            <a:endParaRPr lang="en-US" sz="975" dirty="0"/>
          </a:p>
        </p:txBody>
      </p:sp>
      <p:sp>
        <p:nvSpPr>
          <p:cNvPr id="36" name="Text 12"/>
          <p:cNvSpPr/>
          <p:nvPr/>
        </p:nvSpPr>
        <p:spPr>
          <a:xfrm>
            <a:off x="6362700" y="125730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Frontend Structure</a:t>
            </a:r>
            <a:endParaRPr lang="en-US" sz="975" dirty="0"/>
          </a:p>
        </p:txBody>
      </p:sp>
      <p:sp>
        <p:nvSpPr>
          <p:cNvPr id="37" name="Text 13"/>
          <p:cNvSpPr/>
          <p:nvPr/>
        </p:nvSpPr>
        <p:spPr>
          <a:xfrm>
            <a:off x="6362700" y="144303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</a:t>
            </a:r>
            <a:endParaRPr lang="en-US" sz="975" dirty="0"/>
          </a:p>
        </p:txBody>
      </p:sp>
      <p:sp>
        <p:nvSpPr>
          <p:cNvPr id="38" name="Text 14"/>
          <p:cNvSpPr/>
          <p:nvPr/>
        </p:nvSpPr>
        <p:spPr>
          <a:xfrm>
            <a:off x="6515100" y="162877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</a:t>
            </a:r>
            <a:endParaRPr lang="en-US" sz="975" dirty="0"/>
          </a:p>
        </p:txBody>
      </p:sp>
      <p:sp>
        <p:nvSpPr>
          <p:cNvPr id="39" name="Text 15"/>
          <p:cNvSpPr/>
          <p:nvPr/>
        </p:nvSpPr>
        <p:spPr>
          <a:xfrm>
            <a:off x="6362700" y="1814513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</a:t>
            </a:r>
            <a:endParaRPr lang="en-US" sz="975" dirty="0"/>
          </a:p>
        </p:txBody>
      </p:sp>
      <p:sp>
        <p:nvSpPr>
          <p:cNvPr id="40" name="Text 16"/>
          <p:cNvSpPr/>
          <p:nvPr/>
        </p:nvSpPr>
        <p:spPr>
          <a:xfrm>
            <a:off x="6667500" y="200025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</a:t>
            </a:r>
            <a:endParaRPr lang="en-US" sz="975" dirty="0"/>
          </a:p>
        </p:txBody>
      </p:sp>
      <p:sp>
        <p:nvSpPr>
          <p:cNvPr id="41" name="Text 17"/>
          <p:cNvSpPr/>
          <p:nvPr/>
        </p:nvSpPr>
        <p:spPr>
          <a:xfrm>
            <a:off x="6819900" y="218598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authApi.js</a:t>
            </a:r>
            <a:endParaRPr lang="en-US" sz="975" dirty="0"/>
          </a:p>
        </p:txBody>
      </p:sp>
      <p:sp>
        <p:nvSpPr>
          <p:cNvPr id="42" name="Text 18"/>
          <p:cNvSpPr/>
          <p:nvPr/>
        </p:nvSpPr>
        <p:spPr>
          <a:xfrm>
            <a:off x="6819900" y="237172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adminApi.js</a:t>
            </a:r>
            <a:endParaRPr lang="en-US" sz="975" dirty="0"/>
          </a:p>
        </p:txBody>
      </p:sp>
      <p:sp>
        <p:nvSpPr>
          <p:cNvPr id="43" name="Text 19"/>
          <p:cNvSpPr/>
          <p:nvPr/>
        </p:nvSpPr>
        <p:spPr>
          <a:xfrm>
            <a:off x="6667500" y="2557463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endParaRPr lang="en-US" sz="975" dirty="0"/>
          </a:p>
        </p:txBody>
      </p:sp>
      <p:sp>
        <p:nvSpPr>
          <p:cNvPr id="44" name="Text 20"/>
          <p:cNvSpPr/>
          <p:nvPr/>
        </p:nvSpPr>
        <p:spPr>
          <a:xfrm>
            <a:off x="6819900" y="2743200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AdminRoute.jsx</a:t>
            </a:r>
            <a:endParaRPr lang="en-US" sz="975" dirty="0"/>
          </a:p>
        </p:txBody>
      </p:sp>
      <p:sp>
        <p:nvSpPr>
          <p:cNvPr id="45" name="Text 21"/>
          <p:cNvSpPr/>
          <p:nvPr/>
        </p:nvSpPr>
        <p:spPr>
          <a:xfrm>
            <a:off x="6667500" y="2928938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</a:t>
            </a:r>
            <a:endParaRPr lang="en-US" sz="975" dirty="0"/>
          </a:p>
        </p:txBody>
      </p:sp>
      <p:sp>
        <p:nvSpPr>
          <p:cNvPr id="46" name="Text 22"/>
          <p:cNvSpPr/>
          <p:nvPr/>
        </p:nvSpPr>
        <p:spPr>
          <a:xfrm>
            <a:off x="6819900" y="3114675"/>
            <a:ext cx="5295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AdminPage.jsx</a:t>
            </a:r>
            <a:endParaRPr lang="en-US" sz="975" dirty="0"/>
          </a:p>
        </p:txBody>
      </p:sp>
      <p:sp>
        <p:nvSpPr>
          <p:cNvPr id="47" name="Text 23"/>
          <p:cNvSpPr/>
          <p:nvPr/>
        </p:nvSpPr>
        <p:spPr>
          <a:xfrm>
            <a:off x="381000" y="31623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Components</a:t>
            </a:r>
            <a:endParaRPr lang="en-US" sz="1800" dirty="0"/>
          </a:p>
        </p:txBody>
      </p:sp>
      <p:sp>
        <p:nvSpPr>
          <p:cNvPr id="48" name="Text 24"/>
          <p:cNvSpPr/>
          <p:nvPr/>
        </p:nvSpPr>
        <p:spPr>
          <a:xfrm>
            <a:off x="952500" y="3695700"/>
            <a:ext cx="14005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 Entry</a:t>
            </a:r>
            <a:endParaRPr lang="en-US" sz="1200" dirty="0"/>
          </a:p>
        </p:txBody>
      </p:sp>
      <p:sp>
        <p:nvSpPr>
          <p:cNvPr id="49" name="Text 25"/>
          <p:cNvSpPr/>
          <p:nvPr/>
        </p:nvSpPr>
        <p:spPr>
          <a:xfrm>
            <a:off x="952500" y="3924300"/>
            <a:ext cx="1400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backend/server.js</a:t>
            </a:r>
            <a:endParaRPr lang="en-US" sz="1050" dirty="0"/>
          </a:p>
        </p:txBody>
      </p:sp>
      <p:sp>
        <p:nvSpPr>
          <p:cNvPr id="50" name="Text 26"/>
          <p:cNvSpPr/>
          <p:nvPr/>
        </p:nvSpPr>
        <p:spPr>
          <a:xfrm>
            <a:off x="952500" y="4457700"/>
            <a:ext cx="29453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 Controller</a:t>
            </a:r>
            <a:endParaRPr lang="en-US" sz="1200" dirty="0"/>
          </a:p>
        </p:txBody>
      </p:sp>
      <p:sp>
        <p:nvSpPr>
          <p:cNvPr id="51" name="Text 27"/>
          <p:cNvSpPr/>
          <p:nvPr/>
        </p:nvSpPr>
        <p:spPr>
          <a:xfrm>
            <a:off x="952500" y="4686300"/>
            <a:ext cx="29453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backend/controllers/authController.js</a:t>
            </a:r>
            <a:endParaRPr lang="en-US" sz="1050" dirty="0"/>
          </a:p>
        </p:txBody>
      </p:sp>
      <p:sp>
        <p:nvSpPr>
          <p:cNvPr id="52" name="Text 28"/>
          <p:cNvSpPr/>
          <p:nvPr/>
        </p:nvSpPr>
        <p:spPr>
          <a:xfrm>
            <a:off x="952500" y="5219700"/>
            <a:ext cx="22622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 Middleware</a:t>
            </a:r>
            <a:endParaRPr lang="en-US" sz="1200" dirty="0"/>
          </a:p>
        </p:txBody>
      </p:sp>
      <p:sp>
        <p:nvSpPr>
          <p:cNvPr id="53" name="Text 29"/>
          <p:cNvSpPr/>
          <p:nvPr/>
        </p:nvSpPr>
        <p:spPr>
          <a:xfrm>
            <a:off x="952500" y="5448300"/>
            <a:ext cx="226224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backend/middleware/auth.js</a:t>
            </a:r>
            <a:endParaRPr lang="en-US" sz="1050" dirty="0"/>
          </a:p>
        </p:txBody>
      </p:sp>
      <p:sp>
        <p:nvSpPr>
          <p:cNvPr id="54" name="Text 30"/>
          <p:cNvSpPr/>
          <p:nvPr/>
        </p:nvSpPr>
        <p:spPr>
          <a:xfrm>
            <a:off x="6210300" y="31623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Components</a:t>
            </a:r>
            <a:endParaRPr lang="en-US" sz="1800" dirty="0"/>
          </a:p>
        </p:txBody>
      </p:sp>
      <p:sp>
        <p:nvSpPr>
          <p:cNvPr id="55" name="Text 31"/>
          <p:cNvSpPr/>
          <p:nvPr/>
        </p:nvSpPr>
        <p:spPr>
          <a:xfrm>
            <a:off x="6781800" y="3695700"/>
            <a:ext cx="13413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Routing</a:t>
            </a:r>
            <a:endParaRPr lang="en-US" sz="1200" dirty="0"/>
          </a:p>
        </p:txBody>
      </p:sp>
      <p:sp>
        <p:nvSpPr>
          <p:cNvPr id="56" name="Text 32"/>
          <p:cNvSpPr/>
          <p:nvPr/>
        </p:nvSpPr>
        <p:spPr>
          <a:xfrm>
            <a:off x="6781800" y="3924300"/>
            <a:ext cx="16096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frontend/src/App.jsx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6781800" y="4457700"/>
            <a:ext cx="27592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 Guard</a:t>
            </a:r>
            <a:endParaRPr lang="en-US" sz="1200" dirty="0"/>
          </a:p>
        </p:txBody>
      </p:sp>
      <p:sp>
        <p:nvSpPr>
          <p:cNvPr id="58" name="Text 34"/>
          <p:cNvSpPr/>
          <p:nvPr/>
        </p:nvSpPr>
        <p:spPr>
          <a:xfrm>
            <a:off x="6781800" y="4686300"/>
            <a:ext cx="33111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src/components/AdminRoute.jsx</a:t>
            </a:r>
            <a:endParaRPr lang="en-US" sz="1050" dirty="0"/>
          </a:p>
        </p:txBody>
      </p:sp>
      <p:sp>
        <p:nvSpPr>
          <p:cNvPr id="59" name="Text 35"/>
          <p:cNvSpPr/>
          <p:nvPr/>
        </p:nvSpPr>
        <p:spPr>
          <a:xfrm>
            <a:off x="6781800" y="5219700"/>
            <a:ext cx="30521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60" name="Text 36"/>
          <p:cNvSpPr/>
          <p:nvPr/>
        </p:nvSpPr>
        <p:spPr>
          <a:xfrm>
            <a:off x="6781800" y="5448300"/>
            <a:ext cx="30521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src/api/* (authApi, adminApi)</a:t>
            </a:r>
            <a:endParaRPr lang="en-US" sz="1050" dirty="0"/>
          </a:p>
        </p:txBody>
      </p:sp>
      <p:sp>
        <p:nvSpPr>
          <p:cNvPr id="61" name="Text 37"/>
          <p:cNvSpPr/>
          <p:nvPr/>
        </p:nvSpPr>
        <p:spPr>
          <a:xfrm>
            <a:off x="-762000" y="5905500"/>
            <a:ext cx="13716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Note: frontend checks are for UX only — always rely on backend middleware for real security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392</Words>
  <Application>Microsoft Office PowerPoint</Application>
  <PresentationFormat>Widescreen</PresentationFormat>
  <Paragraphs>107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ui-sans-serif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fstu1138</cp:lastModifiedBy>
  <cp:revision>2</cp:revision>
  <dcterms:created xsi:type="dcterms:W3CDTF">2026-01-14T00:56:16Z</dcterms:created>
  <dcterms:modified xsi:type="dcterms:W3CDTF">2026-01-14T01:01:15Z</dcterms:modified>
</cp:coreProperties>
</file>